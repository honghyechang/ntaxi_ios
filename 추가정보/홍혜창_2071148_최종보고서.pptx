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45" r:id="rId2"/>
    <p:sldId id="54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9" autoAdjust="0"/>
    <p:restoredTop sz="94687"/>
  </p:normalViewPr>
  <p:slideViewPr>
    <p:cSldViewPr snapToGrid="0" showGuides="1">
      <p:cViewPr>
        <p:scale>
          <a:sx n="101" d="100"/>
          <a:sy n="101" d="100"/>
        </p:scale>
        <p:origin x="144" y="4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EA0AC8-60F7-49FB-B86C-B81BCBBA8F70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D2AB6-73CA-417F-90D9-C4B92E691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25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DD042-5BCF-1542-4760-13B5A186D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59F62D-2A7D-BD16-2BF1-67F157796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9887B4-D7D3-7201-C762-C8CDD6240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7BC097-274E-8C6A-3BC5-E307E4CE6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30643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03C9-93D6-A5AE-1427-BC948F4D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004641-9CB1-446B-81D9-0A8A75D4D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946D32-D671-40D0-C991-4CB11407E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02AD8C-E179-A6D6-9FEC-C69A15FA9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24419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0D900-505A-D0EC-2C5B-DC70778C5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C48B76-8A85-CE71-EB3A-6AE6011AA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0A81E9-2EA3-7366-A7C6-263BEC70E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729660-9D41-88AE-75AF-015FAE43F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D102B-8C68-6C1E-7AD2-5261A87F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02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9553F-A459-BCC3-366C-7CDD7061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61149E-76E9-7D14-15DC-2B582EA1A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C37D0C-DE86-3FA6-E8F8-F1BF0394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AC7853-BE4C-D76C-D0C0-F04C6983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07BE92-1E38-95B0-4D80-4DF4DA04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50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6696BF-BF4E-5C8F-9FD5-196BF9724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E2B42A-5B49-394A-1D3E-60074A50A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6CD21E-A782-F2D8-FF6E-DE0FE2C58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555F15-F04F-E897-7305-9C99E15F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869D7-69FD-9180-FDA6-9C21D432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86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E6E83-1F09-3516-5582-6C8491A59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4D397-DDCE-C9B9-BA76-6028FC69C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94E500-D434-545E-6F46-88B307C40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E6D8A1-58A2-8C38-9DE9-E9A9A010B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50C9E0-69A1-1D71-D1F7-9935820D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55C1D-6819-CC94-240F-C06753C2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741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BFA6B-5C60-17A4-208B-C9CBC42E8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3FA3FA-4687-806B-6AC3-320D626B7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F8639-0796-0206-A9A0-758CD741D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8406A2-4C97-4B2C-1763-E691F633EC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EB0E01-5007-446E-6DF5-E67CBF487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EF4326-3DF6-3DF7-55B5-DD9408017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5687EE-DD39-A369-94B9-E588A90DC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9BCD7C-0877-144C-0DB0-4E42C219B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09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C2C81A-6254-9C9D-DD14-352180A9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41EA06-2950-0207-C311-59D53313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92972A-E952-5461-AD6C-EB32CCB0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92394D-16A7-EF42-4B19-EF45ABDB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647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CC658B-9CCF-736D-CC33-2F2D8AD4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5E3241-4218-9D9F-207A-6B74477F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3925B0-8D66-266F-8482-66CAD1C5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07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98724-0D92-576A-2E02-5EDDA1AC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3BE148-DBB4-4752-4785-FA7C0405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5D7486-E305-0391-9804-C22EBAEDA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481301-0F38-A90B-59CB-86AA42C6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8BE90A-0770-9750-88E3-07C9C3504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ECDCE3-7E1C-493A-8DAB-3401ECECF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56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403C4-62F1-3C9A-0175-D7F08C36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CBB64C-A8DB-D483-DDC1-FE625DC38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17FABE-EC11-9C65-DEA2-00CC485C8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03E3C-C7E4-CA2C-2533-F03C339E6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034690-C4A9-E6DB-35E0-54F2D45D8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43D330-5979-19E2-082B-60CDD28A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02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2F152-F841-E7F7-837C-5F52E526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77A071-33AA-C08F-EAD5-93257B5F1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6F77E0-60BA-2EE5-4F6B-A190052E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72A59C-C05D-BD2F-9CF9-3C667ECD4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401AF6-F884-00A2-4214-FADDFA10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4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4CA5D7-58B5-6B66-B3E5-29064F417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FDBA76-5771-4CDC-8227-E27818CD6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FFC50-5785-7B91-709E-624A5768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387D4E-8BF7-FA18-B4D1-E7692AEC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11FDBB-50D1-A661-D5B2-B3E1B289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85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CEB9920-7819-BF27-5278-DD5CACF09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4AAA8E-17C3-FFDA-AA32-8CB38635D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F67B9F-6759-F4B0-BC50-A28F71FFF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7D6C4-7272-43DA-86A9-8EB7867755CB}" type="datetimeFigureOut">
              <a:rPr lang="ko-KR" altLang="en-US" smtClean="0"/>
              <a:t>2025. 6. 14.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2BF8AA-EFC6-C831-CF6A-5FF97A124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D7C8E-B702-2D13-73AB-24A0BC2E5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B6AA0-4429-4289-B70C-92B78848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219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emf"/><Relationship Id="rId4" Type="http://schemas.openxmlformats.org/officeDocument/2006/relationships/hyperlink" Target="https://www.youtube.com/watch?v=Y4utxJhNff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35B7E-150F-4407-1DA2-9745DD25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1CB13830-C100-8CD5-6E2D-671D2DCE9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47EA9EA-0FB9-B443-CC63-D68E49C64CC5}"/>
              </a:ext>
            </a:extLst>
          </p:cNvPr>
          <p:cNvSpPr txBox="1"/>
          <p:nvPr/>
        </p:nvSpPr>
        <p:spPr>
          <a:xfrm>
            <a:off x="484301" y="851300"/>
            <a:ext cx="6070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latin typeface="+mj-ea"/>
                <a:ea typeface="+mj-ea"/>
              </a:rPr>
              <a:t>제목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lang="en-US" altLang="ko-KR" sz="2000" b="1" dirty="0"/>
              <a:t>N</a:t>
            </a:r>
            <a:r>
              <a:rPr lang="ko-KR" altLang="en-US" sz="2000" b="1" dirty="0"/>
              <a:t>택시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대학생 전용 택시 합승 앱</a:t>
            </a:r>
            <a:endParaRPr kumimoji="1" lang="ko-Kore-KR" altLang="en-US" sz="20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873806A-C0B2-6B22-48EE-427279AB783F}"/>
              </a:ext>
            </a:extLst>
          </p:cNvPr>
          <p:cNvSpPr/>
          <p:nvPr/>
        </p:nvSpPr>
        <p:spPr>
          <a:xfrm>
            <a:off x="265486" y="835331"/>
            <a:ext cx="144000" cy="432048"/>
          </a:xfrm>
          <a:prstGeom prst="rect">
            <a:avLst/>
          </a:prstGeom>
          <a:solidFill>
            <a:srgbClr val="D3B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7A7AC1E-23F6-D39D-AA7C-8DA6E702F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72"/>
            <a:ext cx="5073041" cy="577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EB9B17-CDDB-51EC-A239-DE97FBECC5A2}"/>
              </a:ext>
            </a:extLst>
          </p:cNvPr>
          <p:cNvSpPr txBox="1"/>
          <p:nvPr/>
        </p:nvSpPr>
        <p:spPr>
          <a:xfrm>
            <a:off x="110325" y="135215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이름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: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홍혜창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학번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:2071148</a:t>
            </a:r>
            <a:endParaRPr kumimoji="1" lang="ko-Kore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2B5E6C6-EEB4-D5C1-1A69-16494B50FE78}"/>
              </a:ext>
            </a:extLst>
          </p:cNvPr>
          <p:cNvCxnSpPr/>
          <p:nvPr/>
        </p:nvCxnSpPr>
        <p:spPr>
          <a:xfrm>
            <a:off x="0" y="6379029"/>
            <a:ext cx="5562600" cy="0"/>
          </a:xfrm>
          <a:prstGeom prst="line">
            <a:avLst/>
          </a:prstGeom>
          <a:ln w="19050">
            <a:solidFill>
              <a:srgbClr val="01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A56B59C-FBEB-31D5-256C-ABFC0DC480D9}"/>
              </a:ext>
            </a:extLst>
          </p:cNvPr>
          <p:cNvSpPr txBox="1"/>
          <p:nvPr/>
        </p:nvSpPr>
        <p:spPr>
          <a:xfrm>
            <a:off x="733975" y="1331241"/>
            <a:ext cx="11245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lang="ko-KR" altLang="en-US" sz="2000" dirty="0"/>
              <a:t>같은 학교 대학생들이 학교를 목적지로 하는 택시 합승을 통해 교통비를 </a:t>
            </a:r>
            <a:r>
              <a:rPr lang="en-US" altLang="ko-KR" sz="2000" dirty="0"/>
              <a:t>N</a:t>
            </a:r>
            <a:r>
              <a:rPr lang="ko-KR" altLang="en-US" sz="2000" dirty="0"/>
              <a:t>분의 </a:t>
            </a:r>
            <a:r>
              <a:rPr lang="en-US" altLang="ko-KR" sz="2000" dirty="0"/>
              <a:t>1</a:t>
            </a:r>
            <a:r>
              <a:rPr lang="ko-KR" altLang="en-US" sz="2000" dirty="0"/>
              <a:t>로 절약할 수 있는 모바일 앱 서비스</a:t>
            </a:r>
            <a:endParaRPr kumimoji="1" lang="en-US" altLang="ko-KR" sz="2000" dirty="0">
              <a:latin typeface="+mj-ea"/>
              <a:ea typeface="+mj-ea"/>
            </a:endParaRPr>
          </a:p>
        </p:txBody>
      </p:sp>
      <p:pic>
        <p:nvPicPr>
          <p:cNvPr id="14" name="그림 13" descr="텍스트, 도표, 스크린샷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2F797BB-3957-1712-D4D5-B7B117D584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05" y="2039127"/>
            <a:ext cx="9064863" cy="422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3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496BE-82CF-3CCB-A638-53E65CF55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68C70F44-DC0C-801D-D844-ABCC176F5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18C2384-A752-B0D8-5E5F-D0CC38473830}"/>
              </a:ext>
            </a:extLst>
          </p:cNvPr>
          <p:cNvSpPr txBox="1"/>
          <p:nvPr/>
        </p:nvSpPr>
        <p:spPr>
          <a:xfrm>
            <a:off x="484301" y="851300"/>
            <a:ext cx="5954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latin typeface="+mj-ea"/>
                <a:ea typeface="+mj-ea"/>
                <a:hlinkClick r:id="rId4"/>
              </a:rPr>
              <a:t>https://www.youtube.com/watch?v=Y4utxJhNffw</a:t>
            </a:r>
            <a:endParaRPr kumimoji="1" lang="ko-Kore-KR" altLang="en-US" sz="20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3E2C2FC-60A8-6D56-0046-84F9B766C4E1}"/>
              </a:ext>
            </a:extLst>
          </p:cNvPr>
          <p:cNvSpPr/>
          <p:nvPr/>
        </p:nvSpPr>
        <p:spPr>
          <a:xfrm>
            <a:off x="265486" y="835331"/>
            <a:ext cx="144000" cy="432048"/>
          </a:xfrm>
          <a:prstGeom prst="rect">
            <a:avLst/>
          </a:prstGeom>
          <a:solidFill>
            <a:srgbClr val="D3B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9931A23-E759-4ADA-B726-97F14D418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472"/>
            <a:ext cx="5073041" cy="577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3F3C52-D5CD-34EA-3012-804FF8709FAA}"/>
              </a:ext>
            </a:extLst>
          </p:cNvPr>
          <p:cNvSpPr txBox="1"/>
          <p:nvPr/>
        </p:nvSpPr>
        <p:spPr>
          <a:xfrm>
            <a:off x="110325" y="135215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이름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: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홍혜창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학번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:2071148</a:t>
            </a:r>
            <a:endParaRPr kumimoji="1" lang="ko-Kore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049D5F17-FFE7-AE1D-FD85-983C23FE4ABB}"/>
              </a:ext>
            </a:extLst>
          </p:cNvPr>
          <p:cNvCxnSpPr/>
          <p:nvPr/>
        </p:nvCxnSpPr>
        <p:spPr>
          <a:xfrm>
            <a:off x="0" y="6379029"/>
            <a:ext cx="5562600" cy="0"/>
          </a:xfrm>
          <a:prstGeom prst="line">
            <a:avLst/>
          </a:prstGeom>
          <a:ln w="19050">
            <a:solidFill>
              <a:srgbClr val="01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49312C7D-3B4B-3BB1-4489-DBCBA28BD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301" y="1415281"/>
            <a:ext cx="7097840" cy="4963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AEF196-1A6B-6906-28B1-77B384525B8E}"/>
              </a:ext>
            </a:extLst>
          </p:cNvPr>
          <p:cNvSpPr txBox="1"/>
          <p:nvPr/>
        </p:nvSpPr>
        <p:spPr>
          <a:xfrm>
            <a:off x="5808565" y="1639764"/>
            <a:ext cx="638343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로그인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dirty="0"/>
              <a:t>더미 계정 사용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ore-KR" sz="1200" dirty="0"/>
              <a:t>Core Data </a:t>
            </a:r>
            <a:r>
              <a:rPr lang="ko-KR" altLang="en-US" sz="1200" dirty="0"/>
              <a:t>기반 인증</a:t>
            </a:r>
          </a:p>
          <a:p>
            <a:r>
              <a:rPr lang="ko-KR" altLang="en-US" b="1" dirty="0"/>
              <a:t>메인 화면 </a:t>
            </a:r>
            <a:r>
              <a:rPr lang="en-US" altLang="ko-KR" b="1" dirty="0"/>
              <a:t>(</a:t>
            </a:r>
            <a:r>
              <a:rPr lang="en" altLang="ko-Kore-KR" b="1" dirty="0" err="1"/>
              <a:t>TabBar</a:t>
            </a:r>
            <a:r>
              <a:rPr lang="en" altLang="ko-Kore-KR" b="1" dirty="0"/>
              <a:t> Controller)</a:t>
            </a:r>
          </a:p>
          <a:p>
            <a:endParaRPr lang="en" altLang="ko-Kore-KR" sz="1200" dirty="0"/>
          </a:p>
          <a:p>
            <a:r>
              <a:rPr lang="en" altLang="ko-Kore-KR" sz="1200" dirty="0"/>
              <a:t>├── </a:t>
            </a:r>
            <a:r>
              <a:rPr lang="ko-KR" altLang="en-US" sz="1200" dirty="0"/>
              <a:t>홈 </a:t>
            </a:r>
            <a:r>
              <a:rPr lang="en-US" altLang="ko-KR" sz="1200" dirty="0"/>
              <a:t>(</a:t>
            </a:r>
            <a:r>
              <a:rPr lang="en" altLang="ko-Kore-KR" sz="1200" dirty="0" err="1"/>
              <a:t>MapKit</a:t>
            </a:r>
            <a:r>
              <a:rPr lang="en" altLang="ko-Kore-KR" sz="1200" dirty="0"/>
              <a:t> </a:t>
            </a:r>
            <a:r>
              <a:rPr lang="ko-KR" altLang="en-US" sz="1200" dirty="0"/>
              <a:t>지도</a:t>
            </a:r>
            <a:r>
              <a:rPr lang="en-US" altLang="ko-KR" sz="1200" dirty="0"/>
              <a:t>): </a:t>
            </a:r>
            <a:r>
              <a:rPr lang="ko-KR" altLang="en-US" sz="1200" dirty="0"/>
              <a:t>실시간 방 위치 표시 </a:t>
            </a:r>
            <a:endParaRPr lang="en-US" altLang="ko-KR" sz="1200" dirty="0"/>
          </a:p>
          <a:p>
            <a:r>
              <a:rPr lang="en-US" altLang="ko-KR" sz="1200" dirty="0"/>
              <a:t>	- </a:t>
            </a:r>
            <a:r>
              <a:rPr lang="ko-KR" altLang="en-US" sz="1200" dirty="0"/>
              <a:t>범례</a:t>
            </a:r>
            <a:r>
              <a:rPr lang="en-US" altLang="ko-KR" sz="1200" dirty="0"/>
              <a:t>: </a:t>
            </a:r>
            <a:r>
              <a:rPr lang="ko-KR" altLang="en-US" sz="1200" dirty="0"/>
              <a:t>파란색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내위치</a:t>
            </a:r>
            <a:r>
              <a:rPr lang="en-US" altLang="ko-KR" sz="1200" dirty="0"/>
              <a:t>) / </a:t>
            </a:r>
            <a:r>
              <a:rPr lang="ko-KR" altLang="en-US" sz="1200" dirty="0"/>
              <a:t>주황색</a:t>
            </a:r>
            <a:r>
              <a:rPr lang="en-US" altLang="ko-KR" sz="1200" dirty="0"/>
              <a:t>(</a:t>
            </a:r>
            <a:r>
              <a:rPr lang="ko-KR" altLang="en-US" sz="1200" dirty="0"/>
              <a:t>모집중방</a:t>
            </a:r>
            <a:r>
              <a:rPr lang="en-US" altLang="ko-KR" sz="1200" dirty="0"/>
              <a:t>) / </a:t>
            </a:r>
            <a:r>
              <a:rPr lang="ko-KR" altLang="en-US" sz="1200" dirty="0"/>
              <a:t>빨간색</a:t>
            </a:r>
            <a:r>
              <a:rPr lang="en-US" altLang="ko-KR" sz="1200" dirty="0"/>
              <a:t>(</a:t>
            </a:r>
            <a:r>
              <a:rPr lang="ko-KR" altLang="en-US" sz="1200" dirty="0"/>
              <a:t>목적지</a:t>
            </a:r>
            <a:r>
              <a:rPr lang="en-US" altLang="ko-KR" sz="1200" dirty="0"/>
              <a:t>) </a:t>
            </a:r>
          </a:p>
          <a:p>
            <a:r>
              <a:rPr lang="en-US" altLang="ko-KR" sz="1200" dirty="0"/>
              <a:t>	- </a:t>
            </a:r>
            <a:r>
              <a:rPr lang="ko-KR" altLang="en-US" sz="1200" dirty="0"/>
              <a:t>방 마커 클릭 → 팝업 표시 </a:t>
            </a:r>
            <a:endParaRPr lang="en-US" altLang="ko-KR" sz="1200" dirty="0"/>
          </a:p>
          <a:p>
            <a:r>
              <a:rPr lang="en-US" altLang="ko-KR" sz="1200" dirty="0"/>
              <a:t>	- </a:t>
            </a:r>
            <a:r>
              <a:rPr lang="ko-KR" altLang="en-US" sz="1200" dirty="0"/>
              <a:t>입장조건</a:t>
            </a:r>
            <a:r>
              <a:rPr lang="en-US" altLang="ko-KR" sz="1200" dirty="0"/>
              <a:t>: </a:t>
            </a:r>
            <a:r>
              <a:rPr lang="ko-KR" altLang="en-US" sz="1200" dirty="0"/>
              <a:t>출발지 </a:t>
            </a:r>
            <a:r>
              <a:rPr lang="en-US" altLang="ko-KR" sz="1200" dirty="0"/>
              <a:t>1</a:t>
            </a:r>
            <a:r>
              <a:rPr lang="en" altLang="ko-Kore-KR" sz="1200" dirty="0"/>
              <a:t>km</a:t>
            </a:r>
            <a:r>
              <a:rPr lang="ko-KR" altLang="en-US" sz="1200" dirty="0"/>
              <a:t>이내 </a:t>
            </a:r>
            <a:r>
              <a:rPr lang="en-US" altLang="ko-KR" sz="1200" dirty="0"/>
              <a:t>+ </a:t>
            </a:r>
            <a:r>
              <a:rPr lang="ko-KR" altLang="en-US" sz="1200" dirty="0"/>
              <a:t>예상비용 </a:t>
            </a:r>
            <a:r>
              <a:rPr lang="en-US" altLang="ko-KR" sz="1200" dirty="0"/>
              <a:t>20% </a:t>
            </a:r>
            <a:r>
              <a:rPr lang="ko-KR" altLang="en-US" sz="1200" dirty="0"/>
              <a:t>추가잔액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├── 방 목록 </a:t>
            </a:r>
            <a:r>
              <a:rPr lang="en-US" altLang="ko-KR" sz="1200" dirty="0"/>
              <a:t>(</a:t>
            </a:r>
            <a:r>
              <a:rPr lang="en" altLang="ko-Kore-KR" sz="1200" dirty="0" err="1"/>
              <a:t>UITableView</a:t>
            </a:r>
            <a:r>
              <a:rPr lang="en" altLang="ko-Kore-KR" sz="1200" dirty="0"/>
              <a:t>): </a:t>
            </a:r>
            <a:r>
              <a:rPr lang="ko-KR" altLang="en-US" sz="1200" dirty="0" err="1"/>
              <a:t>모집중</a:t>
            </a:r>
            <a:r>
              <a:rPr lang="ko-KR" altLang="en-US" sz="1200" dirty="0"/>
              <a:t> 방 리스트 </a:t>
            </a:r>
            <a:endParaRPr lang="en-US" altLang="ko-KR" sz="1200" dirty="0"/>
          </a:p>
          <a:p>
            <a:r>
              <a:rPr lang="en-US" altLang="ko-KR" sz="1200" dirty="0"/>
              <a:t>	- </a:t>
            </a:r>
            <a:r>
              <a:rPr lang="ko-KR" altLang="en-US" sz="1200" dirty="0"/>
              <a:t>실시간 거리계산 </a:t>
            </a:r>
            <a:endParaRPr lang="en-US" altLang="ko-KR" sz="1200" dirty="0"/>
          </a:p>
          <a:p>
            <a:r>
              <a:rPr lang="en-US" altLang="ko-KR" sz="1200" dirty="0"/>
              <a:t>	- </a:t>
            </a:r>
            <a:r>
              <a:rPr lang="ko-KR" altLang="en-US" sz="1200" dirty="0"/>
              <a:t>입장조건</a:t>
            </a:r>
            <a:r>
              <a:rPr lang="en-US" altLang="ko-KR" sz="1200" dirty="0"/>
              <a:t>: </a:t>
            </a:r>
            <a:r>
              <a:rPr lang="ko-KR" altLang="en-US" sz="1200" dirty="0"/>
              <a:t>출발지 </a:t>
            </a:r>
            <a:r>
              <a:rPr lang="en-US" altLang="ko-KR" sz="1200" dirty="0"/>
              <a:t>1</a:t>
            </a:r>
            <a:r>
              <a:rPr lang="en" altLang="ko-Kore-KR" sz="1200" dirty="0"/>
              <a:t>km</a:t>
            </a:r>
            <a:r>
              <a:rPr lang="ko-KR" altLang="en-US" sz="1200" dirty="0"/>
              <a:t>이내 </a:t>
            </a:r>
            <a:r>
              <a:rPr lang="en-US" altLang="ko-KR" sz="1200" dirty="0"/>
              <a:t>+ </a:t>
            </a:r>
            <a:r>
              <a:rPr lang="ko-KR" altLang="en-US" sz="1200" dirty="0"/>
              <a:t>예상비용 </a:t>
            </a:r>
            <a:r>
              <a:rPr lang="en-US" altLang="ko-KR" sz="1200" dirty="0"/>
              <a:t>20% </a:t>
            </a:r>
            <a:r>
              <a:rPr lang="ko-KR" altLang="en-US" sz="1200" dirty="0"/>
              <a:t>추가잔액 </a:t>
            </a:r>
            <a:endParaRPr lang="en-US" altLang="ko-KR" sz="1200" dirty="0"/>
          </a:p>
          <a:p>
            <a:r>
              <a:rPr lang="en-US" altLang="ko-KR" sz="1200" dirty="0"/>
              <a:t>	- </a:t>
            </a:r>
            <a:r>
              <a:rPr lang="ko-KR" altLang="en-US" sz="1200" dirty="0"/>
              <a:t>잔액부족시</a:t>
            </a:r>
            <a:r>
              <a:rPr lang="en-US" altLang="ko-KR" sz="1200" dirty="0"/>
              <a:t>: </a:t>
            </a:r>
            <a:r>
              <a:rPr lang="ko-KR" altLang="en-US" sz="1200" dirty="0"/>
              <a:t>충전페이지 안내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	</a:t>
            </a:r>
            <a:r>
              <a:rPr lang="ko-KR" altLang="en-US" sz="1200" dirty="0"/>
              <a:t>방 만들기 </a:t>
            </a:r>
            <a:r>
              <a:rPr lang="en-US" altLang="ko-KR" sz="1200" dirty="0"/>
              <a:t>(2</a:t>
            </a:r>
            <a:r>
              <a:rPr lang="ko-KR" altLang="en-US" sz="1200" dirty="0"/>
              <a:t>단계</a:t>
            </a:r>
            <a:r>
              <a:rPr lang="en-US" altLang="ko-KR" sz="1200" dirty="0"/>
              <a:t>) </a:t>
            </a:r>
          </a:p>
          <a:p>
            <a:r>
              <a:rPr lang="en-US" altLang="ko-KR" sz="1200" dirty="0"/>
              <a:t>	1</a:t>
            </a:r>
            <a:r>
              <a:rPr lang="ko-KR" altLang="en-US" sz="1200" dirty="0"/>
              <a:t>단계</a:t>
            </a:r>
            <a:r>
              <a:rPr lang="en-US" altLang="ko-KR" sz="1200" dirty="0"/>
              <a:t>: </a:t>
            </a:r>
            <a:r>
              <a:rPr lang="ko-KR" altLang="en-US" sz="1200" dirty="0"/>
              <a:t>출발지설정 </a:t>
            </a:r>
            <a:r>
              <a:rPr lang="en-US" altLang="ko-KR" sz="1200" dirty="0"/>
              <a:t>(</a:t>
            </a:r>
            <a:r>
              <a:rPr lang="ko-KR" altLang="en-US" sz="1200" dirty="0"/>
              <a:t>현재위치 </a:t>
            </a:r>
            <a:r>
              <a:rPr lang="en-US" altLang="ko-KR" sz="1200" dirty="0"/>
              <a:t>1</a:t>
            </a:r>
            <a:r>
              <a:rPr lang="en" altLang="ko-Kore-KR" sz="1200" dirty="0"/>
              <a:t>km</a:t>
            </a:r>
            <a:r>
              <a:rPr lang="ko-KR" altLang="en-US" sz="1200" dirty="0"/>
              <a:t>이내만 가능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	2</a:t>
            </a:r>
            <a:r>
              <a:rPr lang="ko-KR" altLang="en-US" sz="1200" dirty="0"/>
              <a:t>단계</a:t>
            </a:r>
            <a:r>
              <a:rPr lang="en-US" altLang="ko-KR" sz="1200" dirty="0"/>
              <a:t>: </a:t>
            </a:r>
            <a:r>
              <a:rPr lang="ko-KR" altLang="en-US" sz="1200" dirty="0"/>
              <a:t>인원설정 </a:t>
            </a:r>
            <a:r>
              <a:rPr lang="en-US" altLang="ko-KR" sz="1200" dirty="0"/>
              <a:t>(2~4</a:t>
            </a:r>
            <a:r>
              <a:rPr lang="ko-KR" altLang="en-US" sz="1200" dirty="0"/>
              <a:t>명</a:t>
            </a:r>
            <a:r>
              <a:rPr lang="en-US" altLang="ko-KR" sz="1200" dirty="0"/>
              <a:t>, </a:t>
            </a:r>
            <a:r>
              <a:rPr lang="ko-KR" altLang="en-US" sz="1200" dirty="0"/>
              <a:t>비용</a:t>
            </a:r>
            <a:r>
              <a:rPr lang="en-US" altLang="ko-KR" sz="1200" dirty="0"/>
              <a:t>20% </a:t>
            </a:r>
            <a:r>
              <a:rPr lang="ko-KR" altLang="en-US" sz="1200" dirty="0"/>
              <a:t>추가잔액 필요</a:t>
            </a:r>
            <a:r>
              <a:rPr lang="en-US" altLang="ko-KR" sz="1200" dirty="0"/>
              <a:t>) </a:t>
            </a:r>
          </a:p>
          <a:p>
            <a:r>
              <a:rPr lang="en-US" altLang="ko-KR" sz="1200" dirty="0"/>
              <a:t>	</a:t>
            </a:r>
          </a:p>
          <a:p>
            <a:r>
              <a:rPr lang="en-US" altLang="ko-KR" sz="1200" dirty="0"/>
              <a:t>	</a:t>
            </a:r>
            <a:r>
              <a:rPr lang="ko-KR" altLang="en-US" sz="1200" dirty="0"/>
              <a:t>방 입장 후 </a:t>
            </a:r>
            <a:endParaRPr lang="en-US" altLang="ko-KR" sz="1200" dirty="0"/>
          </a:p>
          <a:p>
            <a:r>
              <a:rPr lang="en-US" altLang="ko-Kore-KR" sz="1200" dirty="0"/>
              <a:t>	</a:t>
            </a:r>
            <a:r>
              <a:rPr lang="en" altLang="ko-Kore-KR" sz="1200" dirty="0"/>
              <a:t>Step1: </a:t>
            </a:r>
            <a:r>
              <a:rPr lang="ko-KR" altLang="en-US" sz="1200" dirty="0"/>
              <a:t>멤버대기 → </a:t>
            </a:r>
            <a:r>
              <a:rPr lang="en" altLang="ko-Kore-KR" sz="1200" dirty="0"/>
              <a:t>Step2: </a:t>
            </a:r>
            <a:r>
              <a:rPr lang="ko-KR" altLang="en-US" sz="1200" dirty="0"/>
              <a:t>집합단계</a:t>
            </a:r>
            <a:r>
              <a:rPr lang="en-US" altLang="ko-KR" sz="1200" dirty="0"/>
              <a:t>(</a:t>
            </a:r>
            <a:r>
              <a:rPr lang="ko-KR" altLang="en-US" sz="1200" dirty="0"/>
              <a:t>출발지 </a:t>
            </a:r>
            <a:r>
              <a:rPr lang="en-US" altLang="ko-KR" sz="1200" dirty="0"/>
              <a:t>100</a:t>
            </a:r>
            <a:r>
              <a:rPr lang="en" altLang="ko-Kore-KR" sz="1200" dirty="0"/>
              <a:t>m</a:t>
            </a:r>
            <a:r>
              <a:rPr lang="ko-KR" altLang="en-US" sz="1200" dirty="0"/>
              <a:t>이내</a:t>
            </a:r>
            <a:r>
              <a:rPr lang="en-US" altLang="ko-KR" sz="1200" dirty="0"/>
              <a:t>) → </a:t>
            </a:r>
            <a:r>
              <a:rPr lang="en" altLang="ko-Kore-KR" sz="1200" dirty="0"/>
              <a:t>Step3: </a:t>
            </a:r>
            <a:r>
              <a:rPr lang="ko-KR" altLang="en-US" sz="1200" dirty="0"/>
              <a:t>택시검색 </a:t>
            </a:r>
            <a:endParaRPr lang="en-US" altLang="ko-KR" sz="1200" dirty="0"/>
          </a:p>
          <a:p>
            <a:r>
              <a:rPr lang="en-US" altLang="ko-KR" sz="1200" dirty="0"/>
              <a:t>	</a:t>
            </a:r>
            <a:r>
              <a:rPr lang="ko-KR" altLang="en-US" sz="1200" dirty="0"/>
              <a:t>→ </a:t>
            </a:r>
            <a:r>
              <a:rPr lang="en" altLang="ko-Kore-KR" sz="1200" dirty="0"/>
              <a:t>Step4: </a:t>
            </a:r>
            <a:r>
              <a:rPr lang="ko-KR" altLang="en-US" sz="1200" dirty="0" err="1"/>
              <a:t>기사매칭</a:t>
            </a:r>
            <a:r>
              <a:rPr lang="ko-KR" altLang="en-US" sz="1200" dirty="0"/>
              <a:t> → </a:t>
            </a:r>
            <a:r>
              <a:rPr lang="en" altLang="ko-Kore-KR" sz="1200" dirty="0"/>
              <a:t>Step5: </a:t>
            </a:r>
            <a:r>
              <a:rPr lang="ko-KR" altLang="en-US" sz="1200" dirty="0"/>
              <a:t>기사정보 → </a:t>
            </a:r>
            <a:r>
              <a:rPr lang="en" altLang="ko-Kore-KR" sz="1200" dirty="0"/>
              <a:t>Step6: </a:t>
            </a:r>
            <a:r>
              <a:rPr lang="ko-KR" altLang="en-US" sz="1200" dirty="0" err="1"/>
              <a:t>탑승중</a:t>
            </a:r>
            <a:r>
              <a:rPr lang="ko-KR" altLang="en-US" sz="1200" dirty="0"/>
              <a:t> → </a:t>
            </a:r>
            <a:r>
              <a:rPr lang="en" altLang="ko-Kore-KR" sz="1200" dirty="0"/>
              <a:t>Step7: </a:t>
            </a:r>
            <a:r>
              <a:rPr lang="ko-KR" altLang="en-US" sz="1200" dirty="0"/>
              <a:t>요금정산 </a:t>
            </a:r>
            <a:endParaRPr lang="en-US" altLang="ko-KR" sz="1200" dirty="0"/>
          </a:p>
          <a:p>
            <a:r>
              <a:rPr lang="en-US" altLang="ko-KR" sz="1200" dirty="0"/>
              <a:t>	</a:t>
            </a:r>
          </a:p>
          <a:p>
            <a:r>
              <a:rPr lang="ko-KR" altLang="en-US" sz="1200" dirty="0"/>
              <a:t>└── 설정 </a:t>
            </a:r>
            <a:r>
              <a:rPr lang="en-US" altLang="ko-KR" sz="1200" dirty="0"/>
              <a:t>(</a:t>
            </a:r>
            <a:r>
              <a:rPr lang="ko-KR" altLang="en-US" sz="1200" dirty="0"/>
              <a:t>계좌관리</a:t>
            </a:r>
            <a:r>
              <a:rPr lang="en-US" altLang="ko-KR" sz="1200" dirty="0"/>
              <a:t>) - </a:t>
            </a:r>
            <a:r>
              <a:rPr lang="ko-KR" altLang="en-US" sz="1200" dirty="0"/>
              <a:t>프로필</a:t>
            </a:r>
            <a:r>
              <a:rPr lang="en-US" altLang="ko-KR" sz="1200" dirty="0"/>
              <a:t>: </a:t>
            </a:r>
            <a:r>
              <a:rPr lang="ko-KR" altLang="en-US" sz="1200" dirty="0"/>
              <a:t>이름</a:t>
            </a:r>
            <a:r>
              <a:rPr lang="en-US" altLang="ko-KR" sz="1200" dirty="0"/>
              <a:t>, </a:t>
            </a:r>
            <a:r>
              <a:rPr lang="ko-KR" altLang="en-US" sz="1200" dirty="0"/>
              <a:t>학교</a:t>
            </a:r>
            <a:r>
              <a:rPr lang="en-US" altLang="ko-KR" sz="1200" dirty="0"/>
              <a:t>, </a:t>
            </a:r>
            <a:r>
              <a:rPr lang="ko-KR" altLang="en-US" sz="1200" dirty="0"/>
              <a:t>실시간잔액 </a:t>
            </a:r>
            <a:r>
              <a:rPr lang="en-US" altLang="ko-KR" sz="1200" dirty="0"/>
              <a:t>- </a:t>
            </a:r>
            <a:r>
              <a:rPr lang="ko-KR" altLang="en-US" sz="1200" dirty="0"/>
              <a:t>충전 </a:t>
            </a:r>
            <a:r>
              <a:rPr lang="en-US" altLang="ko-KR" sz="1200" dirty="0"/>
              <a:t>&amp; </a:t>
            </a:r>
            <a:r>
              <a:rPr lang="ko-KR" altLang="en-US" sz="1200" dirty="0"/>
              <a:t>출금 </a:t>
            </a:r>
            <a:r>
              <a:rPr lang="en-US" altLang="ko-KR" sz="1200" dirty="0"/>
              <a:t>- </a:t>
            </a:r>
            <a:r>
              <a:rPr lang="en" altLang="ko-Kore-KR" sz="1200" dirty="0"/>
              <a:t>Core Data </a:t>
            </a:r>
            <a:r>
              <a:rPr lang="ko-KR" altLang="en-US" sz="1200" dirty="0"/>
              <a:t>연동 </a:t>
            </a:r>
            <a:endParaRPr kumimoji="1" lang="ko-Kore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775402-A91C-CB90-E339-FAA75D250CB5}"/>
              </a:ext>
            </a:extLst>
          </p:cNvPr>
          <p:cNvSpPr txBox="1"/>
          <p:nvPr/>
        </p:nvSpPr>
        <p:spPr>
          <a:xfrm>
            <a:off x="6223709" y="841289"/>
            <a:ext cx="5422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lang="ko-KR" altLang="en-US" sz="2000" dirty="0"/>
              <a:t>같은 학교 대학생들의 택시 합승 매칭 앱</a:t>
            </a:r>
            <a:endParaRPr kumimoji="1"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7585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259</Words>
  <Application>Microsoft Macintosh PowerPoint</Application>
  <PresentationFormat>와이드스크린</PresentationFormat>
  <Paragraphs>32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나눔스퀘어 Bold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홍혜창</dc:creator>
  <cp:lastModifiedBy>홍혜창</cp:lastModifiedBy>
  <cp:revision>2</cp:revision>
  <dcterms:created xsi:type="dcterms:W3CDTF">2025-05-25T10:07:22Z</dcterms:created>
  <dcterms:modified xsi:type="dcterms:W3CDTF">2025-06-15T03:18:58Z</dcterms:modified>
</cp:coreProperties>
</file>